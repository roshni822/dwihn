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3ad4c3a9c4f61" /><Relationship Type="http://schemas.openxmlformats.org/officeDocument/2006/relationships/extended-properties" Target="/docProps/app.xml" Id="Rdd23be4e3c724c04" /><Relationship Type="http://schemas.openxmlformats.org/officeDocument/2006/relationships/officeDocument" Target="/ppt/presentation.xml" Id="Ra21097b8cc5746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8b7d989f5746ff"/>
  </p:sldMasterIdLst>
  <p:notesMasterIdLst>
    <p:notesMasterId xmlns:r="http://schemas.openxmlformats.org/officeDocument/2006/relationships" r:id="Ree174c25b09f4d55"/>
  </p:notesMasterIdLst>
  <p:sldIdLst>
    <p:sldId xmlns:r="http://schemas.openxmlformats.org/officeDocument/2006/relationships" id="256" r:id="R1c12f66449734e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8a6abfce0a4a6b" /><Relationship Type="http://schemas.openxmlformats.org/officeDocument/2006/relationships/slideMaster" Target="/ppt/slideMasters/slideMaster1.xml" Id="Rfa8b7d989f5746ff" /><Relationship Type="http://schemas.openxmlformats.org/officeDocument/2006/relationships/notesMaster" Target="/ppt/notesMasters/notesMaster1.xml" Id="Ree174c25b09f4d55" /><Relationship Type="http://schemas.openxmlformats.org/officeDocument/2006/relationships/presProps" Target="/ppt/presProps.xml" Id="Re8b5d087017f4afd" /><Relationship Type="http://schemas.openxmlformats.org/officeDocument/2006/relationships/tableStyles" Target="/ppt/tableStyles.xml" Id="R8df0c3c3167e41cd" /><Relationship Type="http://schemas.openxmlformats.org/officeDocument/2006/relationships/slide" Target="/ppt/slides/slide1.xml" Id="R1c12f66449734e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8576515d334b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62346070ac440a" /><Relationship Type="http://schemas.openxmlformats.org/officeDocument/2006/relationships/notesMaster" Target="/ppt/notesMasters/notesMaster1.xml" Id="Rad5ad850b07b45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116b4653f44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fc826ee1514b32" /><Relationship Type="http://schemas.openxmlformats.org/officeDocument/2006/relationships/slideLayout" Target="/ppt/slideLayouts/slideLayout1.xml" Id="R3062074022c4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62074022c4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97a2c0e844959" /><Relationship Type="http://schemas.openxmlformats.org/officeDocument/2006/relationships/notesSlide" Target="/ppt/notesSlides/notesSlide1.xml" Id="R2b555716ea814a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D6F95-651F-4A0A-8D3F-2DD50E9F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571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First item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Second item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Third item</a:t>
            </a:r>
          </a:p>
        </p:txBody>
      </p:sp>
    </p:spTree>
    <p:extLst>
      <p:ext uri="{BB962C8B-B14F-4D97-AF65-F5344CB8AC3E}">
        <p14:creationId xmlns:p14="http://schemas.microsoft.com/office/powerpoint/2010/main" val="110606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2026-10-01T07:24:00.5110000Z</dcterms:created>
  <dcterms:modified xsi:type="dcterms:W3CDTF">2026-10-01T07:24:00.5110000Z</dcterms:modified>
</coreProperties>
</file>