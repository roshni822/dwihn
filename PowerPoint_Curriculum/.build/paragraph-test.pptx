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07adba71247c8" /><Relationship Type="http://schemas.openxmlformats.org/officeDocument/2006/relationships/extended-properties" Target="/docProps/app.xml" Id="R8b00acebbe8c4216" /><Relationship Type="http://schemas.openxmlformats.org/officeDocument/2006/relationships/officeDocument" Target="/ppt/presentation.xml" Id="Rc12e93b8eef843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365461adcf449f"/>
  </p:sldMasterIdLst>
  <p:notesMasterIdLst>
    <p:notesMasterId xmlns:r="http://schemas.openxmlformats.org/officeDocument/2006/relationships" r:id="R5ced306f27ad4f8d"/>
  </p:notesMasterIdLst>
  <p:sldIdLst>
    <p:sldId xmlns:r="http://schemas.openxmlformats.org/officeDocument/2006/relationships" id="256" r:id="R68f919e501e543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b14483f0404a0f" /><Relationship Type="http://schemas.openxmlformats.org/officeDocument/2006/relationships/slideMaster" Target="/ppt/slideMasters/slideMaster1.xml" Id="R2b365461adcf449f" /><Relationship Type="http://schemas.openxmlformats.org/officeDocument/2006/relationships/notesMaster" Target="/ppt/notesMasters/notesMaster1.xml" Id="R5ced306f27ad4f8d" /><Relationship Type="http://schemas.openxmlformats.org/officeDocument/2006/relationships/presProps" Target="/ppt/presProps.xml" Id="R77a66f067a614a18" /><Relationship Type="http://schemas.openxmlformats.org/officeDocument/2006/relationships/tableStyles" Target="/ppt/tableStyles.xml" Id="R05758650ad0c4a2e" /><Relationship Type="http://schemas.openxmlformats.org/officeDocument/2006/relationships/slide" Target="/ppt/slides/slide1.xml" Id="R68f919e501e543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9767bfcc8b41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4b760b1d6e4eb1" /><Relationship Type="http://schemas.openxmlformats.org/officeDocument/2006/relationships/notesMaster" Target="/ppt/notesMasters/notesMaster1.xml" Id="R44fd094c39524c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13a386dd24d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c4017460b4f62" /><Relationship Type="http://schemas.openxmlformats.org/officeDocument/2006/relationships/slideLayout" Target="/ppt/slideLayouts/slideLayout1.xml" Id="R629229cf446948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9229cf446948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20ce7098b0451e" /><Relationship Type="http://schemas.openxmlformats.org/officeDocument/2006/relationships/notesSlide" Target="/ppt/notesSlides/notesSlide1.xml" Id="R1e4e37eedc8244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3A1274-1D27-46BE-931C-0C9D1C67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95250"/>
            <a:ext cx="571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18" indent="-9">
              <a:buChar char="•"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First item</a:t>
            </a:r>
          </a:p>
          <a:p xmlns:a="http://schemas.openxmlformats.org/drawingml/2006/main">
            <a:pPr marL="18" indent="-9">
              <a:buChar char="•"/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Second item</a:t>
            </a:r>
          </a:p>
          <a:p xmlns:a="http://schemas.openxmlformats.org/drawingml/2006/main">
            <a:pPr>
              <a:defRPr sz="180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b="1"/>
              <a:t>3. </a:t>
            </a:r>
            <a:r>
              <a:t>Third item</a:t>
            </a:r>
          </a:p>
        </p:txBody>
      </p:sp>
    </p:spTree>
    <p:extLst>
      <p:ext uri="{BB962C8B-B14F-4D97-AF65-F5344CB8AC3E}">
        <p14:creationId xmlns:p14="http://schemas.microsoft.com/office/powerpoint/2010/main" val="4261509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2026-10-01T07:23:13.4170000Z</dcterms:created>
  <dcterms:modified xsi:type="dcterms:W3CDTF">2026-10-01T07:23:13.4180000Z</dcterms:modified>
</coreProperties>
</file>